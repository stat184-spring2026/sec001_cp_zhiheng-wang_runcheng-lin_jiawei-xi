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9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4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8441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766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699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144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5212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5031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3734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339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142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4034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442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45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379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CS2 Teams Win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Map-by-Map Look at the Top 5 Teams in 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7524" y="3612813"/>
            <a:ext cx="647389" cy="168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Vitality</a:t>
            </a:r>
            <a:b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Falcons   </a:t>
            </a:r>
            <a:b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Spirit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FURIA </a:t>
            </a:r>
            <a:b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MOUZ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295123"/>
            <a:ext cx="3974840" cy="80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Data: HLTV.org  |  Big Events, Jan–Dec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Its Own Shape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team fills the radar evenly. Specialists have spikes and valleys.</a:t>
            </a:r>
            <a:endParaRPr lang="en-US" sz="1400" dirty="0"/>
          </a:p>
        </p:txBody>
      </p:sp>
      <p:pic>
        <p:nvPicPr>
          <p:cNvPr id="4" name="Image 0" descr="radar_fac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920" y="1371600"/>
            <a:ext cx="81076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Head, All Five Teams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teams overlap is where map vetoes get interesting.</a:t>
            </a:r>
            <a:endParaRPr lang="en-US" sz="1400" dirty="0"/>
          </a:p>
        </p:txBody>
      </p:sp>
      <p:pic>
        <p:nvPicPr>
          <p:cNvPr id="4" name="Image 0" descr="radar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733288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Team by Map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0" y="1981822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Dust2 — Vitality (87%)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Inferno — Vitality (79%)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Mirage — Vitality (71%)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— FURIA (100%, 1 map)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Anubis — Spirit (69%)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Nuke — Vitality / MOUZ (67% / 61%)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— FURIA (86%)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MOUZ (81%)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Map Was Played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matters. A 100% win rate from one map is not the same as 80% from thirty.</a:t>
            </a:r>
            <a:endParaRPr lang="en-US" sz="1400" dirty="0"/>
          </a:p>
        </p:txBody>
      </p:sp>
      <p:pic>
        <p:nvPicPr>
          <p:cNvPr id="4" name="Image 0" descr="maps_nu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3" y="1379998"/>
            <a:ext cx="5220511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61979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21894" y="1051560"/>
            <a:ext cx="4389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Inferno, Mirage and Nuke are core picks for almost every team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and MOUZ both ban Inferno permanently (0 maps played)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Falcons ban Anubis and Overpass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and FURIA almost never let Ancient through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has played Inferno 42 times — the largest single-map sample of any team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and Spirit Lead the Pack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Overall map win rate across the active map pool, all big events in 2025.</a:t>
            </a:r>
            <a:endParaRPr lang="en-US" sz="1400" dirty="0"/>
          </a:p>
        </p:txBody>
      </p:sp>
      <p:pic>
        <p:nvPicPr>
          <p:cNvPr id="4" name="Image 0" descr="overrall_map_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220511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Big Three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0" y="2240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and Spirit sit in their own tier above the rest. A 12+ point gap to MOUZ and FURIA is huge over a 100+ map sample — this is not noise.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So Close at the Bottom?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0" y="4251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Falcons, MOUZ and FURIA all sit between 58–59%. To separate them, we need to look at how they perform on each map individually.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Did We Learn?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from a year of CS2 map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4340" y="1828800"/>
            <a:ext cx="3611880" cy="402336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0866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0866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 is Genuinely Dominant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8660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overall win rate, top performer on Dust2, Inferno and Mirage. Their lowest map (Train, 65%) is still better than most teams' best maps.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4820" y="1828800"/>
            <a:ext cx="3611880" cy="402336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4914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491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Pools Tell a Story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9140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and MOUZ permanently ban Inferno. Falcons skip Anubis and Overpass entirely. These choices show real preference — and create matchup opportunities.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5300" y="1828800"/>
            <a:ext cx="3611880" cy="402336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8962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8962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Warning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9620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FURIA's 100% on Ancient is one map. Falcons' 0 plays on Overpass tells us nothing about how they would perform there. Always check the count before the rate.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HLTV.org match results, 2025 Big Events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hard, and where this project goes from 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43891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scraping was slow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HLTV blocks automated requests, so we had to fall back to manual collection. A reminder that data security matters - sites protect their data for good reasons, but it makes legitimate research harder.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on the radar charts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R plots both complete (handling NA values, sample size differences) and visually clean took several rounds of tuning - colors, labels, scales, and layout.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4389120"/>
          </a:xfrm>
          <a:prstGeom prst="rect">
            <a:avLst/>
          </a:prstGeom>
          <a:solidFill>
            <a:srgbClr val="2B2B2B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map pool depth score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additional metrics on top of the radar charts - round win %, performance against top-10 teams, recent form - to score how deep each team's map pool really is.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final 2025 ranking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that depth score to build a data-driven year-end ranking of the five teams - something that goes beyond raw win rate and reflects how reliably a team can win across the whole map pool.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HLTV.org match results, 2025 Big Events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636</Words>
  <Application>Microsoft Office PowerPoint</Application>
  <PresentationFormat>宽屏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 Map Performance 2025</dc:title>
  <dc:subject>PptxGenJS Presentation</dc:subject>
  <dc:creator>Wangzhiheng</dc:creator>
  <cp:lastModifiedBy>Wang, Zhiheng</cp:lastModifiedBy>
  <cp:revision>3</cp:revision>
  <dcterms:created xsi:type="dcterms:W3CDTF">2026-04-30T20:42:59Z</dcterms:created>
  <dcterms:modified xsi:type="dcterms:W3CDTF">2026-05-01T01:54:53Z</dcterms:modified>
</cp:coreProperties>
</file>